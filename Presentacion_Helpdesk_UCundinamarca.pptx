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4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23573A"/>
          </a:solidFill>
          <a:ln w="19050">
            <a:solidFill>
              <a:srgbClr val="D2A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4023360" cy="4023360"/>
          </a:xfrm>
          <a:prstGeom prst="ellipse">
            <a:avLst/>
          </a:prstGeom>
          <a:ln w="15240">
            <a:solidFill>
              <a:srgbClr val="D2AB39"/>
            </a:solidFill>
            <a:prstDash val="solid"/>
          </a:ln>
        </p:spPr>
      </p:sp>
      <p:pic>
        <p:nvPicPr>
          <p:cNvPr id="4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202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CUNDINAMARCA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Programa de Ingeniería de Software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DESARROLLO DE SOFTWARE PARA SISTEMAS HÍBRIDOS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4320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Gestión de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Mantenimiento de Equipos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— FastAPI + PostgreSQL + Docker · Ionic con React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Edicson Pineda Cadena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sesiones · 9 horas · 6 entidades · 8 requerimientos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4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2900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datos, arquitectura y plan de las 3 sesiones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173736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5488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desarrollados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342900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Equipos, Tickets, Asignación/Estados y Diagnóstico — código y demo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321040" y="173736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9536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2A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8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propuestos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342900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Reportes, Notificaciones, Historial y Búsqueda avanzada — a cargo del estudiante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datos: 6 entidades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938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472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Solicitantes, técnicos y administradores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938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472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1772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institucionales sujetos a mantenimiento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38160" y="1737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66760" y="1938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472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6676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mantenimiento sobre un equipo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0080" y="3867912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472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686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46451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68680" y="50109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técnico asociado a un ticket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89120" y="3867912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1772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472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6177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617720" y="46451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Repuesto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617720" y="50109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repuestos disponibles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138160" y="3867912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6676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2AB3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3667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366760" y="46451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DiagnosticoRepuesto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366760" y="50109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Detalle: repuestos usados en un diagnóstico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4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1828800"/>
            <a:ext cx="7589520" cy="1051560"/>
          </a:xfrm>
          <a:prstGeom prst="roundRect">
            <a:avLst>
              <a:gd name="adj" fmla="val 8696"/>
            </a:avLst>
          </a:prstGeom>
          <a:solidFill>
            <a:srgbClr val="23573A"/>
          </a:solidFill>
          <a:ln w="19050">
            <a:solidFill>
              <a:srgbClr val="D2A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606040" y="19659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+ React + TypeScript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2423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0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 · puerto 5173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10800000">
            <a:off x="5943600" y="2907792"/>
            <a:ext cx="256032" cy="201168"/>
          </a:xfrm>
          <a:prstGeom prst="triangle">
            <a:avLst/>
          </a:prstGeom>
          <a:solidFill>
            <a:srgbClr val="D2AB39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3200400"/>
            <a:ext cx="7589520" cy="1051560"/>
          </a:xfrm>
          <a:prstGeom prst="roundRect">
            <a:avLst>
              <a:gd name="adj" fmla="val 8696"/>
            </a:avLst>
          </a:prstGeom>
          <a:solidFill>
            <a:srgbClr val="2357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33375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3794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0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REST · puerto 8000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10800000">
            <a:off x="5943600" y="4279392"/>
            <a:ext cx="256032" cy="201168"/>
          </a:xfrm>
          <a:prstGeom prst="triangle">
            <a:avLst/>
          </a:prstGeom>
          <a:solidFill>
            <a:srgbClr val="D2AB39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0" y="4572000"/>
            <a:ext cx="7589520" cy="1051560"/>
          </a:xfrm>
          <a:prstGeom prst="roundRect">
            <a:avLst>
              <a:gd name="adj" fmla="val 8696"/>
            </a:avLst>
          </a:prstGeom>
          <a:solidFill>
            <a:srgbClr val="23573A"/>
          </a:solidFill>
          <a:ln w="19050">
            <a:solidFill>
              <a:srgbClr val="D2AB3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06040" y="4709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51663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0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Contenedor Docker · puerto 5432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orquesta backend + PostgreSQL con un solo comando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trabajo: 3 sesiones · 9 horas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1031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C472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A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889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(Docker + Postgres) y CRUD de Equipos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14400" y="4480560"/>
            <a:ext cx="2971800" cy="822960"/>
          </a:xfrm>
          <a:prstGeom prst="roundRect">
            <a:avLst>
              <a:gd name="adj" fmla="val 8889"/>
            </a:avLst>
          </a:prstGeom>
          <a:solidFill>
            <a:srgbClr val="EAF1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44805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1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80560" y="182880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21031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C472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75488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A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27889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Tickets y Asignación/Estados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754880" y="4480560"/>
            <a:ext cx="2971800" cy="822960"/>
          </a:xfrm>
          <a:prstGeom prst="roundRect">
            <a:avLst>
              <a:gd name="adj" fmla="val 8889"/>
            </a:avLst>
          </a:prstGeom>
          <a:solidFill>
            <a:srgbClr val="EAF1E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92040" y="44805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2 y 3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321040" y="182880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95360" y="21031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C472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9536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014984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A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595360" y="27889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+ repuestos y propuesta de nuevos requerimientos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595360" y="4480560"/>
            <a:ext cx="2971800" cy="822960"/>
          </a:xfrm>
          <a:prstGeom prst="roundRect">
            <a:avLst>
              <a:gd name="adj" fmla="val 8889"/>
            </a:avLst>
          </a:prstGeom>
          <a:solidFill>
            <a:srgbClr val="EAF1E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732520" y="44805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4 + propuesta 5-8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1 DE 8 · DESARROLLADO POR EL DOCENTE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 1 — CRUD de Equipos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base del sistema: registrar, listar, editar y dar de baja los equipos institucionales que pueden ser objeto de un ticket de mantenimiento.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1C472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5146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tiene tipo, marca, modelo, número de serie, ubicación y estado (operativo / en mantenimiento / de baja).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1C472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34747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baja es lógica, no elimina el registro: preserva el historial de tickets asociados a ese equipo.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1C472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44348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punto de partida del flujo: todo ticket se crea siempre sobre un equipo ya registrado.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1 · IMPLEMENTACIÓN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Equipos — endpoints y demo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C472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2A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/api/equipos/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2171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2A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/api/equipos/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4678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2A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/api/equipos/{id}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27645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2A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  /api/equipos/{id}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3061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2A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/api/equipos/{id}   # baja lógica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9776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baja usa DELETE, pero en el backend solo cambia el campo estado a 'de_baja'.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1645920"/>
            <a:ext cx="5486400" cy="346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pic>
        <p:nvPicPr>
          <p:cNvPr id="13" name="Image 1" descr="/home/claude/proyecto_helpdesk/docs/capturas/screenshot_equip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91640"/>
            <a:ext cx="5394960" cy="33718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2 DE 8 · DESARROLLADO POR EL DOCENTE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 2 — Gestión de Tickets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solicitante reporta una falla o necesidad de mantenimiento sobre un equipo existente, generando un ticket que inicia el flujo de atención.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2E6B4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5146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ticket registra título, descripción, prioridad, equipo afectado y solicitante.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2E6B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34747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siempre en estado 'abierto', a la espera de que se le asigne un técnico.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2E6B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44348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listado se puede filtrar por estado (todos / abierto / en proceso / cerrado) desde la interfaz.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2 · IMPLEMENTACIÓN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Tickets — endpoints y demo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C472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2A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/api/tickets/?estado=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2171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2A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/api/tickets/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4678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2A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/api/tickets/{id}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42900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tickets se devuelven con sus relaciones ya cargadas (equipo, solicitante, técnico) usando joinedload de SQLAlchemy, evitando el problema de N+1 consultas.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1645920"/>
            <a:ext cx="5486400" cy="346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pic>
        <p:nvPicPr>
          <p:cNvPr id="11" name="Image 1" descr="/home/claude/proyecto_helpdesk/docs/capturas/screenshot_ticke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91640"/>
            <a:ext cx="5394960" cy="33718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3 DE 8 · DESARROLLADO POR EL DOCENTE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 3 — Asignación y Estados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administrador o coordinador asigna un técnico al ticket, y el sistema controla las transiciones de estado válidas mediante una máquina de estados simple.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097280" y="2926080"/>
            <a:ext cx="2377440" cy="82296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97280" y="2926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474720" y="3337560"/>
            <a:ext cx="914400" cy="0"/>
          </a:xfrm>
          <a:prstGeom prst="line">
            <a:avLst/>
          </a:prstGeom>
          <a:noFill/>
          <a:ln w="25400">
            <a:solidFill>
              <a:srgbClr val="1624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5400000">
            <a:off x="4251960" y="3227832"/>
            <a:ext cx="228600" cy="228600"/>
          </a:xfrm>
          <a:prstGeom prst="triangle">
            <a:avLst/>
          </a:prstGeom>
          <a:solidFill>
            <a:srgbClr val="16241C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2926080"/>
            <a:ext cx="2377440" cy="822960"/>
          </a:xfrm>
          <a:prstGeom prst="roundRect">
            <a:avLst>
              <a:gd name="adj" fmla="val 50000"/>
            </a:avLst>
          </a:prstGeom>
          <a:solidFill>
            <a:srgbClr val="D2AB3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389120" y="2926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en_proceso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766560" y="3337560"/>
            <a:ext cx="914400" cy="0"/>
          </a:xfrm>
          <a:prstGeom prst="line">
            <a:avLst/>
          </a:prstGeom>
          <a:noFill/>
          <a:ln w="25400">
            <a:solidFill>
              <a:srgbClr val="1624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7543800" y="3227832"/>
            <a:ext cx="228600" cy="228600"/>
          </a:xfrm>
          <a:prstGeom prst="triangle">
            <a:avLst/>
          </a:prstGeom>
          <a:solidFill>
            <a:srgbClr val="16241C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0" y="2926080"/>
            <a:ext cx="2377440" cy="8229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80960" y="2926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cerrado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24612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técnico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0" y="4023360"/>
            <a:ext cx="0" cy="457200"/>
          </a:xfrm>
          <a:prstGeom prst="line">
            <a:avLst/>
          </a:prstGeom>
          <a:noFill/>
          <a:ln w="19050">
            <a:solidFill>
              <a:srgbClr val="5C6F63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292608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reabrir (en_proceso → abierto)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'cerrado' es final: no admite nuevas transiciones.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3 · IMPLEMENTACIÓN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Asignación y estados — endpoints y demo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C472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A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/api/tickets/{id}/asignar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21584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A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/api/tickets/{id}/estado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4424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A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valida contra TRANSICIONES_VALIDAS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42900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negocio vive en un único diccionario en el backend, así el frontend nunca puede forzar una transición inválida.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92240" y="1645920"/>
            <a:ext cx="4754880" cy="33704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pic>
        <p:nvPicPr>
          <p:cNvPr id="11" name="Image 1" descr="/home/claude/proyecto_helpdesk/docs/capturas/screenshot_ticket_detal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91640"/>
            <a:ext cx="4663440" cy="32789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4 DE 8 · DESARROLLADO POR EL DOCENTE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 4 — Diagnóstico Técnico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técnico registra el diagnóstico del ticket junto con los repuestos utilizados. La sexta entidad del modelo (DiagnosticoRepuesto) resuelve esta relación muchos-a-muchos.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097280" y="283464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C472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97280" y="2834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28346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D2AB3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75488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DiagnosticoRepuesto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(cantidad)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38160" y="283464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C472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138160" y="2834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Repuesto</a:t>
            </a:r>
            <a:endParaRPr lang="en-US" sz="16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(stock)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114800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registrar el diagnóstico se descuenta automáticamente el stock de cada repuesto, dentro de la misma transacción.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4 · IMPLEMENTACIÓN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— endpoints y demo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C472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A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/api/diagnosticos/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21584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A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repuesto.stock -= cantidad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4424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A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stock &lt; cantidad: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27264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A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rollback()  # sin stock, no se registra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7947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algún repuesto no tiene stock suficiente, la API rechaza todo el diagnóstico (no se registra parcialmente).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645920"/>
            <a:ext cx="5486400" cy="388477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pic>
        <p:nvPicPr>
          <p:cNvPr id="12" name="Image 1" descr="/home/claude/proyecto_helpdesk/docs/capturas/screenshot_diagnostico_registr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91640"/>
            <a:ext cx="5394960" cy="379333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4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PARTE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 propuestos al estudiante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entregado ya deja, para cada uno, una página en el frontend ("Por completar") y comentarios TODO en el backend señalando dónde conectar la solución.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23573A"/>
          </a:solidFill>
          <a:ln w="15240">
            <a:solidFill>
              <a:srgbClr val="D2AB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926080"/>
            <a:ext cx="594360" cy="594360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estadísticas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343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tickets por estado y tiempos de resolución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6160" y="26517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23573A"/>
          </a:solidFill>
          <a:ln w="15240">
            <a:solidFill>
              <a:srgbClr val="D2AB3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2926080"/>
            <a:ext cx="594360" cy="594360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9476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3703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4343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al solicitante ante cambios de estado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26517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23573A"/>
          </a:solidFill>
          <a:ln w="15240">
            <a:solidFill>
              <a:srgbClr val="D2AB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2926080"/>
            <a:ext cx="594360" cy="594360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703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estados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4343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línea de tiempo del ticket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18320" y="26517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23573A"/>
          </a:solidFill>
          <a:ln w="15240">
            <a:solidFill>
              <a:srgbClr val="D2AB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46920" y="2926080"/>
            <a:ext cx="594360" cy="594360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4692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646920" y="3703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avanzada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46920" y="4343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combinados y exportación a CSV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5 DE 8 · PROPUESTO AL ESTUDIANTE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 5 — Reportes y Estadísticas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panel con estadísticas agregadas del helpdesk: tickets por estado, equipo con más fallas y tiempo promedio de resolución.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10881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técnicas para implementarlo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60120" y="3410712"/>
            <a:ext cx="128016" cy="128016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34440" y="32461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nuevo endpoint GET /api/reportes/resumen usando func.count(), func.avg() y group_by() de SQLAlchemy sobre la tabla tickets.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0120" y="4187952"/>
            <a:ext cx="128016" cy="128016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234440" y="40233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tarjetas de estadísticas en ReportesPage.tsx (IonCard + IonGrid), opcionalmente con una librería de gráficos.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60120" y="4965192"/>
            <a:ext cx="128016" cy="128016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234440" y="48006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sugerida: filtros por rango de fechas y por equipo.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6 DE 8 · PROPUESTO AL ESTUDIANTE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 6 — Notificaciones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al solicitante cada vez que el estado de su ticket cambia: técnico asignado, ticket cerrado, etc.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10881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técnicas para implementarlo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60120" y="3410712"/>
            <a:ext cx="128016" cy="128016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34440" y="32461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nueva entidad Notificacion, generada dentro de cambiar_estado_ticket() (ver el TODO ya dejado en tickets.py).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0120" y="4187952"/>
            <a:ext cx="128016" cy="128016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234440" y="40233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simple: endpoint GET /api/notificaciones/usuario/{id} consultado periódicamente (polling) desde el frontend.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60120" y="4965192"/>
            <a:ext cx="128016" cy="128016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234440" y="48006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badge con el conteo de notificaciones no leídas en NotificacionesPage.tsx.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7 DE 8 · PROPUESTO AL ESTUDIANTE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 7 — Historial del Ticket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cada cambio de estado (estado anterior, estado nuevo, fecha) y mostrarlo como una línea de tiempo dentro del ticket.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10881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técnicas para implementarlo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60120" y="3410712"/>
            <a:ext cx="128016" cy="128016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34440" y="32461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nueva entidad TicketHistorial insertada en cambiar_estado_ticket() (ver el TODO ya dejado en tickets.py).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0120" y="4187952"/>
            <a:ext cx="128016" cy="128016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234440" y="40233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endpoint GET /api/tickets/{id}/historial.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60120" y="4965192"/>
            <a:ext cx="128016" cy="128016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234440" y="48006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línea de tiempo vertical en HistorialPage.tsx o dentro del propio TicketDetallePage.tsx.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8 DE 8 · PROPUESTO AL ESTUDIANTE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 8 — Búsqueda Avanzada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filtrar tickets y equipos por múltiples criterios, y exportar el resultado a CSV.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10881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técnicas para implementarlo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60120" y="3410712"/>
            <a:ext cx="128016" cy="128016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34440" y="32461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ampliar GET /api/tickets/ con parámetros opcionales adicionales (tecnico_id, prioridad, fecha_desde, fecha_hasta).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0120" y="4187952"/>
            <a:ext cx="128016" cy="128016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234440" y="40233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endpoint de exportación GET /api/tickets/exportar usando StreamingResponse.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60120" y="4965192"/>
            <a:ext cx="128016" cy="128016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234440" y="48006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IonSearchbar combinado con varios IonSelect en BusquedaPage.tsx.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Rúbrica — Requerimientos 5 a 8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8288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requerimientos propuestos funcionan de extremo a extremo (backend + frontend).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0195560" y="20116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D2AB3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1955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880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con el modelo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3931920" y="28803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nuevas tablas/endpoints siguen las convenciones del proyecto entregado.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195560" y="3063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D2AB3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1955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3931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frontend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3931920" y="39319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páginas reemplazan el placeholder con componentes de Ionic consistentes.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0195560" y="4114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D2AB3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19556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49834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4983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3931920" y="49834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Documentación, manual de usuario y manual técnico de lo implementado.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10195560" y="51663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D2AB3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19556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4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931920"/>
            <a:ext cx="5669280" cy="5669280"/>
          </a:xfrm>
          <a:prstGeom prst="ellipse">
            <a:avLst/>
          </a:prstGeom>
          <a:solidFill>
            <a:srgbClr val="23573A"/>
          </a:solidFill>
          <a:ln/>
        </p:spPr>
      </p:sp>
      <p:pic>
        <p:nvPicPr>
          <p:cNvPr id="3" name="Image 0" descr="/home/claude/proyecto_helpdesk/assets/esc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594360" cy="594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887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final del proyecto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4231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completo (backend + frontend), incluyendo los requerimientos 5 a 8 desarrollados por el estudiante.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34747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 documentación, manual de usuario y manual técnico de lo agregado.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D2AB3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45262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del proyecto completo (los 8 requerimientos) en la fecha indicada por el docente.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760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2A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 — Edicson Pineda Cadena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Técnico · Desarrollo de Software para Sistemas Híbridos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2026-09-19T01:27:02Z</dcterms:created>
  <dcterms:modified xsi:type="dcterms:W3CDTF">2026-09-19T01:27:02Z</dcterms:modified>
</cp:coreProperties>
</file>